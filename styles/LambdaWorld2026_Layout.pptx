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Erstoria" pitchFamily="50" charset="0"/>
      <p:regular r:id="rId9"/>
    </p:embeddedFont>
    <p:embeddedFont>
      <p:font typeface="IBM Plex Sans" panose="020B0503050203000203" pitchFamily="34" charset="0"/>
      <p:regular r:id="rId10"/>
      <p:bold r:id="rId11"/>
      <p:italic r:id="rId12"/>
      <p:boldItalic r:id="rId13"/>
    </p:embeddedFont>
    <p:embeddedFont>
      <p:font typeface="IBM Plex Sans SemiBold" panose="020B0703050203000203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ono" panose="00000009000000000000" pitchFamily="49" charset="0"/>
      <p:regular r:id="rId22"/>
      <p:bold r:id="rId23"/>
      <p:italic r:id="rId24"/>
      <p:boldItalic r:id="rId25"/>
    </p:embeddedFont>
    <p:embeddedFont>
      <p:font typeface="Roboto Mono Medium" panose="00000009000000000000" pitchFamily="49" charset="0"/>
      <p:regular r:id="rId26"/>
      <p:bold r:id="rId27"/>
      <p:italic r:id="rId28"/>
      <p:boldItalic r:id="rId29"/>
    </p:embeddedFont>
    <p:embeddedFont>
      <p:font typeface="Roboto Mono SemiBold" panose="00000009000000000000" pitchFamily="49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11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21" Type="http://schemas.openxmlformats.org/officeDocument/2006/relationships/font" Target="fonts/font1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font" Target="fonts/font25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viewProps" Target="viewProps.xml"/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abb28dc26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abb28dc26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abb28dc26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abb28dc26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abb28dc26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abb28dc26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abb28dc26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abb28dc26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abb28dc26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abb28dc26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abb28dc2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abb28dc2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ctrTitle"/>
          </p:nvPr>
        </p:nvSpPr>
        <p:spPr>
          <a:xfrm>
            <a:off x="4572000" y="2629854"/>
            <a:ext cx="3860700" cy="14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40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40" name="Google Shape;40;p8"/>
          <p:cNvSpPr txBox="1">
            <a:spLocks noGrp="1"/>
          </p:cNvSpPr>
          <p:nvPr>
            <p:ph type="subTitle" idx="1"/>
          </p:nvPr>
        </p:nvSpPr>
        <p:spPr>
          <a:xfrm>
            <a:off x="4572000" y="531400"/>
            <a:ext cx="3860700" cy="7386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FFCC00"/>
                </a:solidFill>
                <a:latin typeface="Erstoria" pitchFamily="50" charset="0"/>
                <a:ea typeface="Roboto Mono"/>
                <a:cs typeface="Erstoria" pitchFamily="50" charset="0"/>
                <a:sym typeface="Roboto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pic>
        <p:nvPicPr>
          <p:cNvPr id="41" name="Google Shape;41;p8" title="Frame 42732029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88" y="475863"/>
            <a:ext cx="3752149" cy="20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" title="Frame 4273203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211" y="3006525"/>
            <a:ext cx="3089125" cy="8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logos LAMBDA">
  <p:cSld name="BLANK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 title="Lambda_Isotype_Ligh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75" y="1734875"/>
            <a:ext cx="1540201" cy="154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1" title="Group 12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250" y="1734887"/>
            <a:ext cx="1649299" cy="167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1" title="Lambda_Horizontal_Light.png"/>
          <p:cNvPicPr preferRelativeResize="0"/>
          <p:nvPr/>
        </p:nvPicPr>
        <p:blipFill rotWithShape="1">
          <a:blip r:embed="rId5">
            <a:alphaModFix/>
          </a:blip>
          <a:srcRect r="-1184"/>
          <a:stretch/>
        </p:blipFill>
        <p:spPr>
          <a:xfrm>
            <a:off x="2529525" y="2246513"/>
            <a:ext cx="4084975" cy="6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logos LAMBDA">
  <p:cSld name="BLANK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4" title="Lambda_Isotype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75" y="1734875"/>
            <a:ext cx="1540201" cy="154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 title="Group 1262.png"/>
          <p:cNvPicPr preferRelativeResize="0"/>
          <p:nvPr/>
        </p:nvPicPr>
        <p:blipFill rotWithShape="1">
          <a:blip r:embed="rId4">
            <a:alphaModFix/>
          </a:blip>
          <a:srcRect l="249" r="239"/>
          <a:stretch/>
        </p:blipFill>
        <p:spPr>
          <a:xfrm>
            <a:off x="6889250" y="1734887"/>
            <a:ext cx="1649299" cy="167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 title="Lambda_Horizontal.png"/>
          <p:cNvPicPr preferRelativeResize="0"/>
          <p:nvPr/>
        </p:nvPicPr>
        <p:blipFill rotWithShape="1">
          <a:blip r:embed="rId5">
            <a:alphaModFix/>
          </a:blip>
          <a:srcRect t="583" b="583"/>
          <a:stretch/>
        </p:blipFill>
        <p:spPr>
          <a:xfrm>
            <a:off x="2529525" y="2246513"/>
            <a:ext cx="4084975" cy="6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Picture with caption JOTB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0" y="2174375"/>
            <a:ext cx="3860700" cy="157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40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0" y="930175"/>
            <a:ext cx="3860700" cy="67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rgbClr val="FFCC00"/>
                </a:solidFill>
                <a:latin typeface="Erstoria" pitchFamily="50" charset="0"/>
                <a:ea typeface="Roboto Mono"/>
                <a:cs typeface="Erstoria" pitchFamily="50" charset="0"/>
                <a:sym typeface="Roboto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pic>
        <p:nvPicPr>
          <p:cNvPr id="11" name="Google Shape;11;p2" title="Instagram post -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450" y="624500"/>
            <a:ext cx="3694048" cy="369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;p4" title="Lambda_Horizontal_Light.png">
            <a:extLst>
              <a:ext uri="{FF2B5EF4-FFF2-40B4-BE49-F238E27FC236}">
                <a16:creationId xmlns:a16="http://schemas.microsoft.com/office/drawing/2014/main" id="{88D30E0F-35D7-1AE4-814D-7A20AC2EC4D2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Picture with caption LAMBDA">
  <p:cSld name="TITLE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4572000" y="930175"/>
            <a:ext cx="3860700" cy="492412"/>
          </a:xfrm>
          <a:prstGeom prst="rect">
            <a:avLst/>
          </a:prstGeom>
          <a:solidFill>
            <a:srgbClr val="FFCC00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000">
                <a:solidFill>
                  <a:srgbClr val="000000"/>
                </a:solidFill>
                <a:latin typeface="Erstoria" pitchFamily="50" charset="0"/>
                <a:ea typeface="Roboto Mono"/>
                <a:cs typeface="Erstoria" pitchFamily="50" charset="0"/>
                <a:sym typeface="Roboto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pic>
        <p:nvPicPr>
          <p:cNvPr id="35" name="Google Shape;35;p7" title="Instagram post -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450" y="624500"/>
            <a:ext cx="3694048" cy="369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7" title="Lambda_Horizontal_Light.png"/>
          <p:cNvPicPr preferRelativeResize="0"/>
          <p:nvPr/>
        </p:nvPicPr>
        <p:blipFill rotWithShape="1">
          <a:blip r:embed="rId4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ctrTitle"/>
          </p:nvPr>
        </p:nvSpPr>
        <p:spPr>
          <a:xfrm>
            <a:off x="4572000" y="2174375"/>
            <a:ext cx="3860700" cy="157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28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Main title LAMBDA">
  <p:cSld name="CUSTOM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 title="Slide 16_9 - 6.png"/>
          <p:cNvPicPr preferRelativeResize="0"/>
          <p:nvPr/>
        </p:nvPicPr>
        <p:blipFill rotWithShape="1">
          <a:blip r:embed="rId2">
            <a:alphaModFix amt="30000"/>
          </a:blip>
          <a:srcRect t="42915" b="17528"/>
          <a:stretch/>
        </p:blipFill>
        <p:spPr>
          <a:xfrm>
            <a:off x="0" y="785169"/>
            <a:ext cx="9144000" cy="119189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231688" y="124306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11" title="Lambda_Horizontal_Light.png"/>
          <p:cNvPicPr preferRelativeResize="0"/>
          <p:nvPr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Main title LAMBDA">
  <p:cSld name="CUSTOM_1_1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Slide 16_9 - 6.png"/>
          <p:cNvPicPr preferRelativeResize="0"/>
          <p:nvPr/>
        </p:nvPicPr>
        <p:blipFill rotWithShape="1">
          <a:blip r:embed="rId2">
            <a:alphaModFix amt="30000"/>
          </a:blip>
          <a:srcRect t="42915" b="17528"/>
          <a:stretch/>
        </p:blipFill>
        <p:spPr>
          <a:xfrm>
            <a:off x="0" y="785169"/>
            <a:ext cx="9144000" cy="11918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31688" y="124306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  <a:latin typeface="Erstoria" pitchFamily="50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66" name="Google Shape;66;p14" title="Lambda_Horizontal_Light.png"/>
          <p:cNvPicPr preferRelativeResize="0"/>
          <p:nvPr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Lambda_Horizontal_Light.png"/>
          <p:cNvPicPr preferRelativeResize="0"/>
          <p:nvPr/>
        </p:nvPicPr>
        <p:blipFill rotWithShape="1">
          <a:blip r:embed="rId4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Main title + subtitle JOTB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962850" y="1260850"/>
            <a:ext cx="7218300" cy="10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IBM Plex Sans"/>
              <a:buNone/>
              <a:defRPr sz="2800" b="1">
                <a:latin typeface="Erstoria" pitchFamily="50" charset="0"/>
                <a:ea typeface="Erstoria" pitchFamily="50" charset="0"/>
                <a:cs typeface="Erstoria" pitchFamily="50" charset="0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1625700" y="2591625"/>
            <a:ext cx="5892600" cy="9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None/>
              <a:defRPr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" name="Google Shape;79;p17" title="Lambda_Horizontal_Light.png">
            <a:extLst>
              <a:ext uri="{FF2B5EF4-FFF2-40B4-BE49-F238E27FC236}">
                <a16:creationId xmlns:a16="http://schemas.microsoft.com/office/drawing/2014/main" id="{A1A6D78E-E36F-0228-ECD7-F37A477D6B5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Main title + subtitle LAMBD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xfrm>
            <a:off x="962850" y="1260850"/>
            <a:ext cx="7218300" cy="10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"/>
              <a:buNone/>
              <a:defRPr sz="2800" b="1">
                <a:solidFill>
                  <a:srgbClr val="000000"/>
                </a:solidFill>
                <a:latin typeface="Erstoria" pitchFamily="50" charset="0"/>
                <a:ea typeface="Erstoria" pitchFamily="50" charset="0"/>
                <a:cs typeface="Erstoria" pitchFamily="50" charset="0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1625700" y="2591625"/>
            <a:ext cx="5892600" cy="9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None/>
              <a:defRPr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20" title="Lambda_Horizontal_Light.png"/>
          <p:cNvPicPr preferRelativeResize="0"/>
          <p:nvPr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TITLE WWW">
  <p:cSld name="MAIN_POINT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" name="Google Shape;100;p23" title="Lambda_Horizontal_Light.png">
            <a:extLst>
              <a:ext uri="{FF2B5EF4-FFF2-40B4-BE49-F238E27FC236}">
                <a16:creationId xmlns:a16="http://schemas.microsoft.com/office/drawing/2014/main" id="{6330E79E-B1B0-8C25-591D-85582498605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TITLE LAMBDA">
  <p:cSld name="MAIN_POINT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  <a:defRPr sz="4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109" name="Google Shape;109;p26" title="Lambda_Horizontal_Light.png"/>
          <p:cNvPicPr preferRelativeResize="0"/>
          <p:nvPr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Picture with caption 2 LAMBDA">
  <p:cSld name="SECTION_TITLE_AND_DESCRIPTION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9" title="Slide 16_9 - 5.png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-2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9"/>
          <p:cNvSpPr/>
          <p:nvPr/>
        </p:nvSpPr>
        <p:spPr>
          <a:xfrm>
            <a:off x="4610615" y="25618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Erstoria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29" name="Google Shape;129;p29" title="Instagram post -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7475" y="821225"/>
            <a:ext cx="3501052" cy="350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9" title="Lambda_Horizontal_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400" y="253350"/>
            <a:ext cx="1674000" cy="2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Picture with caption 2 LAMBDA">
  <p:cSld name="SECTION_TITLE_AND_DESCRIPTION_2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2" title="Slide 16_9 - 10.png"/>
          <p:cNvPicPr preferRelativeResize="0"/>
          <p:nvPr/>
        </p:nvPicPr>
        <p:blipFill rotWithShape="1">
          <a:blip r:embed="rId2">
            <a:alphaModFix/>
          </a:blip>
          <a:srcRect l="25000" r="25000"/>
          <a:stretch/>
        </p:blipFill>
        <p:spPr>
          <a:xfrm>
            <a:off x="0" y="-2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600"/>
              <a:buNone/>
              <a:defRPr sz="2600">
                <a:solidFill>
                  <a:schemeClr val="accent1">
                    <a:lumMod val="50000"/>
                  </a:schemeClr>
                </a:solidFill>
                <a:latin typeface="Erstoria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47" name="Google Shape;147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48" name="Google Shape;148;p32" title="Instagram post - 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7475" y="821225"/>
            <a:ext cx="3501052" cy="350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2" title="Lambda_Horizontal_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400" y="253350"/>
            <a:ext cx="1674000" cy="2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2" title="Lambda_Horizontal_Light.png"/>
          <p:cNvPicPr preferRelativeResize="0"/>
          <p:nvPr/>
        </p:nvPicPr>
        <p:blipFill rotWithShape="1">
          <a:blip r:embed="rId5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Content with text LAMBDA">
  <p:cSld name="SECTION_TITLE_AND_DESCRIPTION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 title="Slide 16_9 - 5.png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4545200" y="-2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5"/>
          <p:cNvSpPr/>
          <p:nvPr/>
        </p:nvSpPr>
        <p:spPr>
          <a:xfrm>
            <a:off x="21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5"/>
          <p:cNvSpPr txBox="1">
            <a:spLocks noGrp="1"/>
          </p:cNvSpPr>
          <p:nvPr>
            <p:ph type="title"/>
          </p:nvPr>
        </p:nvSpPr>
        <p:spPr>
          <a:xfrm>
            <a:off x="4808600" y="127152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latin typeface="Erstoria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7" name="Google Shape;167;p35"/>
          <p:cNvSpPr txBox="1">
            <a:spLocks noGrp="1"/>
          </p:cNvSpPr>
          <p:nvPr>
            <p:ph type="subTitle" idx="1"/>
          </p:nvPr>
        </p:nvSpPr>
        <p:spPr>
          <a:xfrm>
            <a:off x="265500" y="107212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IBM Plex Sans SemiBold"/>
              <a:buNone/>
              <a:defRPr sz="2100">
                <a:solidFill>
                  <a:schemeClr val="accent2"/>
                </a:solidFill>
                <a:latin typeface="Erstoria" pitchFamily="50" charset="0"/>
                <a:ea typeface="Erstoria" pitchFamily="50" charset="0"/>
                <a:cs typeface="Erstoria" pitchFamily="50" charset="0"/>
                <a:sym typeface="IBM Plex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68" name="Google Shape;168;p35" title="Lambda_Horizontal_Light.png"/>
          <p:cNvPicPr preferRelativeResize="0"/>
          <p:nvPr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Content with text LAMBDA">
  <p:cSld name="SECTION_TITLE_AND_DESCRIPTION_1_1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8" title="Slide 16_9 - 11.png"/>
          <p:cNvPicPr preferRelativeResize="0"/>
          <p:nvPr/>
        </p:nvPicPr>
        <p:blipFill rotWithShape="1">
          <a:blip r:embed="rId2">
            <a:alphaModFix/>
          </a:blip>
          <a:srcRect l="25000" r="25000"/>
          <a:stretch/>
        </p:blipFill>
        <p:spPr>
          <a:xfrm>
            <a:off x="45452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8"/>
          <p:cNvSpPr txBox="1">
            <a:spLocks noGrp="1"/>
          </p:cNvSpPr>
          <p:nvPr>
            <p:ph type="title"/>
          </p:nvPr>
        </p:nvSpPr>
        <p:spPr>
          <a:xfrm>
            <a:off x="4808600" y="1072125"/>
            <a:ext cx="4045200" cy="910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600"/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Erstoria" pitchFamily="50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84" name="Google Shape;184;p38"/>
          <p:cNvSpPr txBox="1">
            <a:spLocks noGrp="1"/>
          </p:cNvSpPr>
          <p:nvPr>
            <p:ph type="subTitle" idx="1"/>
          </p:nvPr>
        </p:nvSpPr>
        <p:spPr>
          <a:xfrm>
            <a:off x="265500" y="107212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BM Plex Sans SemiBold"/>
              <a:buNone/>
              <a:defRPr sz="2400">
                <a:solidFill>
                  <a:schemeClr val="lt1"/>
                </a:solidFill>
                <a:latin typeface="Erstoria" pitchFamily="50" charset="0"/>
                <a:ea typeface="Erstoria" pitchFamily="50" charset="0"/>
                <a:cs typeface="Erstoria" pitchFamily="50" charset="0"/>
                <a:sym typeface="IBM Plex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pic>
        <p:nvPicPr>
          <p:cNvPr id="185" name="Google Shape;185;p38" title="Lambda_Horizontal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1400" y="253350"/>
            <a:ext cx="1674000" cy="2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gative - blank + logo JOTB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45" title="Stencil Block Budd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2700" y="1088323"/>
            <a:ext cx="2966851" cy="296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5"/>
          <p:cNvSpPr txBox="1">
            <a:spLocks noGrp="1"/>
          </p:cNvSpPr>
          <p:nvPr>
            <p:ph type="title"/>
          </p:nvPr>
        </p:nvSpPr>
        <p:spPr>
          <a:xfrm>
            <a:off x="598825" y="1622575"/>
            <a:ext cx="38016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SemiBold"/>
              <a:buNone/>
              <a:defRPr>
                <a:latin typeface="Erstoria" pitchFamily="50" charset="0"/>
                <a:ea typeface="Erstoria" pitchFamily="50" charset="0"/>
                <a:cs typeface="Erstoria" pitchFamily="50" charset="0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3" name="Google Shape;221;p47" title="Lambda_Horizontal_Light.png">
            <a:extLst>
              <a:ext uri="{FF2B5EF4-FFF2-40B4-BE49-F238E27FC236}">
                <a16:creationId xmlns:a16="http://schemas.microsoft.com/office/drawing/2014/main" id="{F13FC1FE-3349-DB5E-0037-70499AC6080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itive - blank + logo LAMBDA">
  <p:cSld name="BLANK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0" title="Stencil Block Budd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2700" y="1088323"/>
            <a:ext cx="2966851" cy="296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0"/>
          <p:cNvSpPr txBox="1">
            <a:spLocks noGrp="1"/>
          </p:cNvSpPr>
          <p:nvPr>
            <p:ph type="title"/>
          </p:nvPr>
        </p:nvSpPr>
        <p:spPr>
          <a:xfrm>
            <a:off x="598825" y="1622575"/>
            <a:ext cx="38016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BM Plex Sans SemiBold"/>
              <a:buNone/>
              <a:defRPr>
                <a:solidFill>
                  <a:srgbClr val="000000"/>
                </a:solidFill>
                <a:latin typeface="Erstoria" pitchFamily="50" charset="0"/>
                <a:ea typeface="Erstoria" pitchFamily="50" charset="0"/>
                <a:cs typeface="Erstoria" pitchFamily="50" charset="0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33" name="Google Shape;233;p50" title="Lambda_Horizontal_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400" y="253350"/>
            <a:ext cx="1674000" cy="2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1;p37" descr="A white circle with a black background&#10;&#10;Description automatically generated">
            <a:extLst>
              <a:ext uri="{FF2B5EF4-FFF2-40B4-BE49-F238E27FC236}">
                <a16:creationId xmlns:a16="http://schemas.microsoft.com/office/drawing/2014/main" id="{87E9355E-2AD7-560D-9B95-848C7040EA1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577942" y="908365"/>
            <a:ext cx="3988115" cy="332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1;p47" title="Lambda_Horizontal_Light.png">
            <a:extLst>
              <a:ext uri="{FF2B5EF4-FFF2-40B4-BE49-F238E27FC236}">
                <a16:creationId xmlns:a16="http://schemas.microsoft.com/office/drawing/2014/main" id="{9F4C572F-9446-D3DC-96E6-6F8DC8EAEF7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r="-1184"/>
          <a:stretch/>
        </p:blipFill>
        <p:spPr>
          <a:xfrm>
            <a:off x="7333113" y="252999"/>
            <a:ext cx="1672399" cy="26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9635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tro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2C6D2A-5D0A-A282-0E31-DFFB627D6DB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6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5" name="Google Shape;235;p51" title="Frame 42732029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723" y="219075"/>
            <a:ext cx="5636549" cy="210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 SemiBold"/>
              <a:buNone/>
              <a:defRPr sz="2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○"/>
              <a:defRPr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■"/>
              <a:defRPr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87" r:id="rId2"/>
    <p:sldLayoutId id="2147483690" r:id="rId3"/>
    <p:sldLayoutId id="2147483648" r:id="rId4"/>
    <p:sldLayoutId id="2147483653" r:id="rId5"/>
    <p:sldLayoutId id="2147483657" r:id="rId6"/>
    <p:sldLayoutId id="2147483660" r:id="rId7"/>
    <p:sldLayoutId id="2147483661" r:id="rId8"/>
    <p:sldLayoutId id="2147483666" r:id="rId9"/>
    <p:sldLayoutId id="2147483668" r:id="rId10"/>
    <p:sldLayoutId id="2147483672" r:id="rId11"/>
    <p:sldLayoutId id="2147483675" r:id="rId12"/>
    <p:sldLayoutId id="2147483678" r:id="rId13"/>
    <p:sldLayoutId id="2147483681" r:id="rId14"/>
    <p:sldLayoutId id="2147483684" r:id="rId15"/>
    <p:sldLayoutId id="2147483691" r:id="rId16"/>
    <p:sldLayoutId id="2147483696" r:id="rId17"/>
    <p:sldLayoutId id="2147483699" r:id="rId18"/>
    <p:sldLayoutId id="214748369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2"/>
          <p:cNvSpPr txBox="1">
            <a:spLocks noGrp="1"/>
          </p:cNvSpPr>
          <p:nvPr>
            <p:ph type="ctrTitle"/>
          </p:nvPr>
        </p:nvSpPr>
        <p:spPr>
          <a:xfrm>
            <a:off x="4572000" y="1854602"/>
            <a:ext cx="3860700" cy="14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2"/>
          <p:cNvSpPr txBox="1">
            <a:spLocks noGrp="1"/>
          </p:cNvSpPr>
          <p:nvPr>
            <p:ph type="subTitle" idx="1"/>
          </p:nvPr>
        </p:nvSpPr>
        <p:spPr>
          <a:xfrm>
            <a:off x="4572000" y="531400"/>
            <a:ext cx="38607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4"/>
          <p:cNvSpPr txBox="1">
            <a:spLocks noGrp="1"/>
          </p:cNvSpPr>
          <p:nvPr>
            <p:ph type="title"/>
          </p:nvPr>
        </p:nvSpPr>
        <p:spPr>
          <a:xfrm>
            <a:off x="962850" y="1260850"/>
            <a:ext cx="7218300" cy="10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54"/>
          <p:cNvSpPr txBox="1">
            <a:spLocks noGrp="1"/>
          </p:cNvSpPr>
          <p:nvPr>
            <p:ph type="subTitle" idx="1"/>
          </p:nvPr>
        </p:nvSpPr>
        <p:spPr>
          <a:xfrm>
            <a:off x="1625700" y="2591625"/>
            <a:ext cx="5892600" cy="9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5"/>
          <p:cNvSpPr txBox="1">
            <a:spLocks noGrp="1"/>
          </p:cNvSpPr>
          <p:nvPr>
            <p:ph type="ctrTitle"/>
          </p:nvPr>
        </p:nvSpPr>
        <p:spPr>
          <a:xfrm>
            <a:off x="4572000" y="2174375"/>
            <a:ext cx="3860700" cy="157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55"/>
          <p:cNvSpPr txBox="1">
            <a:spLocks noGrp="1"/>
          </p:cNvSpPr>
          <p:nvPr>
            <p:ph type="subTitle" idx="1"/>
          </p:nvPr>
        </p:nvSpPr>
        <p:spPr>
          <a:xfrm>
            <a:off x="4572000" y="930175"/>
            <a:ext cx="38607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6"/>
          <p:cNvSpPr txBox="1">
            <a:spLocks noGrp="1"/>
          </p:cNvSpPr>
          <p:nvPr>
            <p:ph type="title"/>
          </p:nvPr>
        </p:nvSpPr>
        <p:spPr>
          <a:xfrm>
            <a:off x="598825" y="1622575"/>
            <a:ext cx="38016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/>
        </p:nvSpPr>
        <p:spPr>
          <a:xfrm>
            <a:off x="764875" y="3090950"/>
            <a:ext cx="14643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latin typeface="IBM Plex Sans"/>
                <a:ea typeface="IBM Plex Sans"/>
                <a:cs typeface="IBM Plex Sans"/>
                <a:sym typeface="IBM Plex Sans"/>
              </a:rPr>
              <a:t>Contact</a:t>
            </a:r>
            <a:endParaRPr sz="24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p57"/>
          <p:cNvSpPr txBox="1"/>
          <p:nvPr/>
        </p:nvSpPr>
        <p:spPr>
          <a:xfrm>
            <a:off x="764875" y="3848450"/>
            <a:ext cx="14643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latin typeface="IBM Plex Sans"/>
                <a:ea typeface="IBM Plex Sans"/>
                <a:cs typeface="IBM Plex Sans"/>
                <a:sym typeface="IBM Plex Sans"/>
              </a:rPr>
              <a:t>RRSS</a:t>
            </a:r>
            <a:endParaRPr sz="24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57"/>
          <p:cNvSpPr txBox="1"/>
          <p:nvPr/>
        </p:nvSpPr>
        <p:spPr>
          <a:xfrm>
            <a:off x="2413025" y="3090950"/>
            <a:ext cx="5480100" cy="554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latin typeface="Roboto Mono Medium"/>
                <a:ea typeface="Roboto Mono Medium"/>
                <a:cs typeface="Roboto Mono Medium"/>
                <a:sym typeface="Roboto Mono Medium"/>
              </a:rPr>
              <a:t>mail@mail.com</a:t>
            </a:r>
            <a:endParaRPr sz="19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71" name="Google Shape;271;p57"/>
          <p:cNvSpPr txBox="1"/>
          <p:nvPr/>
        </p:nvSpPr>
        <p:spPr>
          <a:xfrm>
            <a:off x="2413025" y="3848450"/>
            <a:ext cx="5480100" cy="554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latin typeface="Roboto Mono Medium"/>
                <a:ea typeface="Roboto Mono Medium"/>
                <a:cs typeface="Roboto Mono Medium"/>
                <a:sym typeface="Roboto Mono Medium"/>
              </a:rPr>
              <a:t>@profile</a:t>
            </a:r>
            <a:endParaRPr sz="19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yYayConf2026">
  <a:themeElements>
    <a:clrScheme name="Simple Light">
      <a:dk1>
        <a:srgbClr val="FFCC00"/>
      </a:dk1>
      <a:lt1>
        <a:srgbClr val="FFFFFF"/>
      </a:lt1>
      <a:dk2>
        <a:srgbClr val="FFFFFF"/>
      </a:dk2>
      <a:lt2>
        <a:srgbClr val="FFFFFF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Presentación en pantalla (16:9)</PresentationFormat>
  <Paragraphs>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IBM Plex Sans SemiBold</vt:lpstr>
      <vt:lpstr>Erstoria</vt:lpstr>
      <vt:lpstr>Roboto Mono SemiBold</vt:lpstr>
      <vt:lpstr>IBM Plex Sans</vt:lpstr>
      <vt:lpstr>Roboto</vt:lpstr>
      <vt:lpstr>Roboto Mono Medium</vt:lpstr>
      <vt:lpstr>Roboto Mono</vt:lpstr>
      <vt:lpstr>YayYayConf2026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Francisco Jesus Sanchez Marquez</cp:lastModifiedBy>
  <cp:revision>2</cp:revision>
  <dcterms:modified xsi:type="dcterms:W3CDTF">2026-08-28T11:01:35Z</dcterms:modified>
</cp:coreProperties>
</file>